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PDF Page 1 from LogoFile.pdf (rendering not implemented)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HTML Slide 1 from CultureOS-Enhanced-Presentation.html (rendering not implemented)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HTML Slide 3 from CultureOS-Enhanced-Presentation.html (rendering not implemented)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HTML Slide 2 from CultureOS-Enhanced-Presentation.html (rendering not implemented)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HTML Slide 4 from CultureOS-Enhanced-Presentation.html (rendering not implemented)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hunai-flow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OriginalGrocRespon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instructionst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OurAPIGroc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DiffMockVsG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PDF Page 2 from LogoFile.pdf (rendering not implemented)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HTML Slide 5 from CultureOS-Enhanced-Presentation.html (rendering not implemented)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andCSamp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AsmaB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PDF Page 3 from LogoFile.pdf (rendering not implemented)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Dashboard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MomentCreatedforunsernotavailab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HTML Slide 7 from CultureOS-Enhanced-Presentation.html (rendering not implemented)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HTML Slide 8 from CultureOS-Enhanced-Presentation.html (rendering not implemented)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Dashboard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HTML Slide 9 from CultureOS-Enhanced-Presentation.html (rendering not implemented)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hankyo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